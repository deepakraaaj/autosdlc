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AutoSDLC Story Generator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38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walkthrough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24128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AutoSDLC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Story Generator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7512" y="256032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An AI-powered system that turns project briefs into execution-ready epics, stories, tasks, and manual test cases.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" y="3767328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379933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E7FF"/>
                </a:solidFill>
              </a:rPr>
              <a:t>React + FastAPI + LiteLLM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44952" y="3767328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37993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E7FF"/>
                </a:solidFill>
              </a:rPr>
              <a:t>Structured AI pipeline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30368" y="3767328"/>
            <a:ext cx="1874520" cy="292608"/>
          </a:xfrm>
          <a:prstGeom prst="roundRect">
            <a:avLst>
              <a:gd name="adj" fmla="val 3750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37993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E7FF"/>
                </a:solidFill>
              </a:rPr>
              <a:t>Redmine-ready output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75320" y="960120"/>
            <a:ext cx="3063240" cy="4297680"/>
          </a:xfrm>
          <a:prstGeom prst="roundRect">
            <a:avLst>
              <a:gd name="adj" fmla="val 4776"/>
            </a:avLst>
          </a:prstGeom>
          <a:solidFill>
            <a:srgbClr val="1E3A5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50224" y="1344168"/>
            <a:ext cx="2313432" cy="484632"/>
          </a:xfrm>
          <a:prstGeom prst="roundRect">
            <a:avLst>
              <a:gd name="adj" fmla="val 18868"/>
            </a:avLst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0224" y="1453896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brief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02368" y="1865376"/>
            <a:ext cx="0" cy="301752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50224" y="2276856"/>
            <a:ext cx="2313432" cy="484632"/>
          </a:xfrm>
          <a:prstGeom prst="roundRect">
            <a:avLst>
              <a:gd name="adj" fmla="val 18868"/>
            </a:avLst>
          </a:prstGeom>
          <a:solidFill>
            <a:srgbClr val="4F46E5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0224" y="238658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decomposition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02368" y="2798064"/>
            <a:ext cx="0" cy="301752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50224" y="3209544"/>
            <a:ext cx="2313432" cy="484632"/>
          </a:xfrm>
          <a:prstGeom prst="roundRect">
            <a:avLst>
              <a:gd name="adj" fmla="val 18868"/>
            </a:avLst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0224" y="3319272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Validated backlog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02368" y="3730752"/>
            <a:ext cx="0" cy="301752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50224" y="4142232"/>
            <a:ext cx="2313432" cy="484632"/>
          </a:xfrm>
          <a:prstGeom prst="roundRect">
            <a:avLst>
              <a:gd name="adj" fmla="val 18868"/>
            </a:avLst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50224" y="425196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Redmine / Excel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" y="59984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Technical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What problem does it solve?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From ambiguous requirements to a reviewable, traceable delivery plan.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493008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68580" cy="3337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31729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The usual bottleneck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801368"/>
            <a:ext cx="3163824" cy="2770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Briefs vary wildly in detail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Teams manually decompose scope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Acceptance criteria are inconsistent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Handoffs into issue trackers are slow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2544" y="1325880"/>
            <a:ext cx="3493008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325880"/>
            <a:ext cx="68580" cy="3337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63040"/>
            <a:ext cx="31729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What this application does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01368"/>
            <a:ext cx="3163824" cy="2770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Ingests a brief or uploaded document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Produces backlog hierarchy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Flags uncertainty and gaps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Lets teams review, edit, export, or push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0728" y="1325880"/>
            <a:ext cx="3493008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0728" y="1325880"/>
            <a:ext cx="68580" cy="3337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463040"/>
            <a:ext cx="31729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Business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1896" y="1801368"/>
            <a:ext cx="3163824" cy="2770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Faster planning and estimation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Better story consistency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QA coverage starts earlier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Repeatable delivery workflow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08760" y="5138928"/>
            <a:ext cx="9189720" cy="512064"/>
          </a:xfrm>
          <a:prstGeom prst="roundRect">
            <a:avLst>
              <a:gd name="adj" fmla="val 14286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5285232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0A3"/>
                </a:solidFill>
              </a:rPr>
              <a:t>The goal is not “AI writes tickets”; it is a controlled backlog-generation workflow with visible quality signals.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End-to-end product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brief becomes a structured delivery artifact through a staged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1362456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4996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572768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Paste a project idea or upload Markdown / Word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59736" y="285292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64592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362456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996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9232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Pre-flight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9232" y="2487168"/>
            <a:ext cx="1572768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Validate brief quality and ask focused clarifications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73168" y="285292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9784" y="164592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1362456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4996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12664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Generate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12664" y="2487168"/>
            <a:ext cx="1572768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Create epics → stories → tasks → QA cases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86600" y="285292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43216" y="164592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7304" y="1362456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7304" y="14996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6096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6096" y="2487168"/>
            <a:ext cx="1572768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Score quality, surface gaps, edit hierarchy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00032" y="285292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56648" y="1645920"/>
            <a:ext cx="1938528" cy="242316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60736" y="1362456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0736" y="14996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39528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Deliver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39528" y="2487168"/>
            <a:ext cx="1572768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Persist locally, export Excel, or push to Redmine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4864608"/>
            <a:ext cx="10607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Live progress is streamed to the frontend through Server-Sent Events (SSE), so users see generated hierarchy items as they arrive.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Technical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decoupled frontend/backend design with a provider abstraction layer.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8580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801368"/>
            <a:ext cx="1728216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React + TypeScript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Vite development server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Modular components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Live SSE progress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Vite API proxy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325880"/>
            <a:ext cx="68580" cy="3566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API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0088" y="1801368"/>
            <a:ext cx="1728216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FastAPI + Uvicorn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REST endpoints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Pydantic schemas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Upload handling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Error responses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74920" y="132588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325880"/>
            <a:ext cx="68580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AI orchestration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6088" y="1801368"/>
            <a:ext cx="1728216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Phase pipeline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Prompt templates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LiteLLM client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Retries + fallback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Quota tracking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132588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325880"/>
            <a:ext cx="68580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Data &amp;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62088" y="1801368"/>
            <a:ext cx="1728216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SQLite persistence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Excel export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Document extraction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Metrics &amp; validation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Redmine client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46920" y="132588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1325880"/>
            <a:ext cx="68580" cy="3566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48088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48088" y="1801368"/>
            <a:ext cx="1728216" cy="2999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Groq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Cerebras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Gemini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Redmine REST API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Optional Docker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3108960"/>
            <a:ext cx="219456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46320" y="3108960"/>
            <a:ext cx="219456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32320" y="3108960"/>
            <a:ext cx="219456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18320" y="3108960"/>
            <a:ext cx="219456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97280" y="5349240"/>
            <a:ext cx="9966960" cy="438912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7592" y="5477256"/>
            <a:ext cx="9555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</a:rPr>
              <a:t>Separation of concerns: UI is independent of model vendor; providers are independent of generation phases; persistence is independent of export and integration.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AI generation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Four bounded phases improve completeness, traceability, and recovery from partial failures.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542032" cy="3401568"/>
          </a:xfrm>
          <a:prstGeom prst="roundRect">
            <a:avLst>
              <a:gd name="adj" fmla="val 359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55648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876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</a:rPr>
              <a:t>Phase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Epic generation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852928"/>
            <a:ext cx="21031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Extract feature areas and produce 10+ epics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4187952"/>
            <a:ext cx="20848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288536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 model call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54096" y="317296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10712" y="1508760"/>
            <a:ext cx="2542032" cy="3401568"/>
          </a:xfrm>
          <a:prstGeom prst="roundRect">
            <a:avLst>
              <a:gd name="adj" fmla="val 359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21024" y="1755648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17876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</a:rPr>
              <a:t>Phase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21024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Story generation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21024" y="2852928"/>
            <a:ext cx="21031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Generate 5+ specific stories for each epic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21024" y="4187952"/>
            <a:ext cx="20848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4288536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 call / epic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88" y="317296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18504" y="1508760"/>
            <a:ext cx="2542032" cy="3401568"/>
          </a:xfrm>
          <a:prstGeom prst="roundRect">
            <a:avLst>
              <a:gd name="adj" fmla="val 359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1755648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17876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30A3"/>
                </a:solidFill>
              </a:rPr>
              <a:t>Phase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28816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Task generation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28816" y="2852928"/>
            <a:ext cx="21031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Generate 4+ measurable developer tasks per 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28816" y="4187952"/>
            <a:ext cx="20848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4288536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 call / epic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9680" y="3172968"/>
            <a:ext cx="30175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26296" y="1508760"/>
            <a:ext cx="2542032" cy="3401568"/>
          </a:xfrm>
          <a:prstGeom prst="roundRect">
            <a:avLst>
              <a:gd name="adj" fmla="val 359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36608" y="1755648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36608" y="17876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Phase 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436608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QA case generation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36608" y="2852928"/>
            <a:ext cx="21031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Create 2–3 manual QA cases per task in batches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36608" y="4187952"/>
            <a:ext cx="20848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36608" y="4288536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 call / task batch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5422392"/>
            <a:ext cx="10515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766E"/>
                </a:solidFill>
              </a:rPr>
              <a:t>Why this matters: smaller, typed requests are easier to validate and retry than one very large, fragile “generate everything” response.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Prompt engineering: structure over free-form generation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stage has a focused system prompt and an exact JSON contract.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68580" cy="4251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System prompt controls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709928"/>
            <a:ext cx="3191256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Assigns a senior PM / developer / QA role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Defines deliverables for that phase only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Requires edge cases and error states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Sets minimum output depth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Prohibits commentary and Markdown fences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23444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234440"/>
            <a:ext cx="68580" cy="4251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User message controls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1709928"/>
            <a:ext cx="3191256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Sends only relevant project context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Story/task parent IDs are explicitly listed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Requests exact counts per phase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Limits prompt size through contextualization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Includes prior clarification answers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23444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234440"/>
            <a:ext cx="68580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Example contract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1709928"/>
            <a:ext cx="3191256" cy="3685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Task output must include: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valid story_id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one-action title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implementation description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measurable definition of done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• estimate, dependencies, priority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57607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Prompt principle: specificity is supplied by the system, scope is supplied by the brief, and linkage is supplied by known IDs.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Guardrails and quality controls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application treats model output as untrusted until it passes structural and quality checks.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230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85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71600"/>
            <a:ext cx="491032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Input guardrails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709928"/>
            <a:ext cx="490118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Brief validator checks length, users, features, and objective. Long inputs are contextualized and capped.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53128" y="2039112"/>
            <a:ext cx="1078992" cy="292608"/>
          </a:xfrm>
          <a:prstGeom prst="roundRect">
            <a:avLst>
              <a:gd name="adj" fmla="val 375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20711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Input quality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5230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34440"/>
            <a:ext cx="685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371600"/>
            <a:ext cx="491032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Clarification loop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9088" y="1709928"/>
            <a:ext cx="490118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When a brief is vague, the app asks focused questions. It caps the loop at three rounds.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76688" y="2039112"/>
            <a:ext cx="1078992" cy="292608"/>
          </a:xfrm>
          <a:prstGeom prst="roundRect">
            <a:avLst>
              <a:gd name="adj" fmla="val 375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76688" y="20711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Ambiguity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761488"/>
            <a:ext cx="5230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61488"/>
            <a:ext cx="685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898648"/>
            <a:ext cx="491032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Schema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3236976"/>
            <a:ext cx="490118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Pydantic constrains priorities, statuses, confidence values, sizes, test types, and metric ranges.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53128" y="3566160"/>
            <a:ext cx="1078992" cy="292608"/>
          </a:xfrm>
          <a:prstGeom prst="roundRect">
            <a:avLst>
              <a:gd name="adj" fmla="val 375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35981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Malformed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2761488"/>
            <a:ext cx="5230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761488"/>
            <a:ext cx="685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2898648"/>
            <a:ext cx="491032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Link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3236976"/>
            <a:ext cx="490118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Tasks referencing unknown stories and tests referencing unknown tasks are rejected.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76688" y="3566160"/>
            <a:ext cx="1078992" cy="292608"/>
          </a:xfrm>
          <a:prstGeom prst="roundRect">
            <a:avLst>
              <a:gd name="adj" fmla="val 375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6688" y="35981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Broken hierarchy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288536"/>
            <a:ext cx="5230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288536"/>
            <a:ext cx="6858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425696"/>
            <a:ext cx="491032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Quality score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" y="4764024"/>
            <a:ext cx="490118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Coverage, story quality, task quality, gaps, and input quality create trusted/review/low status.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53128" y="5093208"/>
            <a:ext cx="1078992" cy="292608"/>
          </a:xfrm>
          <a:prstGeom prst="roundRect">
            <a:avLst>
              <a:gd name="adj" fmla="val 375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3128" y="512521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Overconfidence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4288536"/>
            <a:ext cx="5230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288536"/>
            <a:ext cx="68580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4425696"/>
            <a:ext cx="491032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Export gate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19088" y="4764024"/>
            <a:ext cx="490118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Export is blocked when backlog depth is below minimum epic/story/task thresholds.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76688" y="5093208"/>
            <a:ext cx="1078992" cy="292608"/>
          </a:xfrm>
          <a:prstGeom prst="roundRect">
            <a:avLst>
              <a:gd name="adj" fmla="val 375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76688" y="512521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Shallow plans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LiteLLM provider strategy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One model interface supports multi-provider reliability without coupling business logic to a single vendor.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2240280" cy="3200400"/>
          </a:xfrm>
          <a:prstGeom prst="roundRect">
            <a:avLst>
              <a:gd name="adj" fmla="val 408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Generation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1755648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</a:rPr>
              <a:t>provider.generate(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</a:rPr>
              <a:t>system_prompt,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</a:rPr>
              <a:t>user_message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F46E5"/>
                </a:solidFill>
              </a:rPr>
              <a:t>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3081528"/>
            <a:ext cx="77724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3320" y="1508760"/>
            <a:ext cx="2331720" cy="32004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874520"/>
            <a:ext cx="17830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LiteLLM adapter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50792" y="2395728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temperature 0.3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8K token cap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3 retries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120 sec timeout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usage + cost log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43800" y="1581912"/>
            <a:ext cx="3337560" cy="640080"/>
          </a:xfrm>
          <a:prstGeom prst="roundRect">
            <a:avLst>
              <a:gd name="adj" fmla="val 1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755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Groq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51392" y="17739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/ selectable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081528"/>
            <a:ext cx="1344168" cy="-1179576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660904"/>
            <a:ext cx="33375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8346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Cerebras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51392" y="28529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fallback if configured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3081528"/>
            <a:ext cx="1344168" cy="-10058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3739896"/>
            <a:ext cx="33375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Gemini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51392" y="39319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fallback if configured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3081528"/>
            <a:ext cx="1344168" cy="97840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31520" y="5358384"/>
            <a:ext cx="10789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766E"/>
                </a:solidFill>
              </a:rPr>
              <a:t>Operational controls: request-rate tracking, daily quota tracking, live provider probes, fallback order, and a short circuit breaker when all providers are exhausted.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Data model and traceability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generated backlog is persisted as a hierarchy, not merely as a block of model text.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2128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032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Epic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1938528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Feature area + priority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232" y="2103120"/>
            <a:ext cx="338328" cy="80467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10712" y="2423160"/>
            <a:ext cx="22128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560320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2898648"/>
            <a:ext cx="1938528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Persona + AC + size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32704" y="2926080"/>
            <a:ext cx="338328" cy="8046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44184" y="3246120"/>
            <a:ext cx="22128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3383280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Task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1344" y="3721608"/>
            <a:ext cx="1938528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DoD + estimate + dependency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66176" y="3749040"/>
            <a:ext cx="338328" cy="804672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77656" y="4069080"/>
            <a:ext cx="22128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032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4206240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Test 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14816" y="4544568"/>
            <a:ext cx="1938528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TC1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Steps + expected result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303520"/>
            <a:ext cx="31546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03520"/>
            <a:ext cx="68580" cy="6126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5440680"/>
            <a:ext cx="28346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SQLite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5779008"/>
            <a:ext cx="2825496" cy="45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Generation history + settings + normalized hierarchy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5303520"/>
            <a:ext cx="31546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5303520"/>
            <a:ext cx="68580" cy="6126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5440680"/>
            <a:ext cx="28346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Excel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27448" y="5779008"/>
            <a:ext cx="2825496" cy="45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Shareable planning artifact with depth validation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75320" y="5303520"/>
            <a:ext cx="315468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5303520"/>
            <a:ext cx="68580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6488" y="5440680"/>
            <a:ext cx="28346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Redmine push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76488" y="5779008"/>
            <a:ext cx="2825496" cy="45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Hierarchy maps to issue trackers after review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Real-time user experience and failure handling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UI does not hide model latency or failure; it communicates state as generation proceeds.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93852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572768"/>
            <a:ext cx="429768" cy="4297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Connecting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2441448"/>
            <a:ext cx="1645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Provider selected; request begins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9736" y="2487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5496" y="1874520"/>
            <a:ext cx="193852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572768"/>
            <a:ext cx="429768" cy="4297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Generating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2441448"/>
            <a:ext cx="1645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SSE streams epics, stories, tasks, and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82312" y="2487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48072" y="1874520"/>
            <a:ext cx="193852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7024" y="1572768"/>
            <a:ext cx="429768" cy="4297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2664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Parsing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94376" y="2441448"/>
            <a:ext cx="1645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JSON is cleaned and mapped into typed objects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4888" y="2487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70648" y="1874520"/>
            <a:ext cx="193852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572768"/>
            <a:ext cx="429768" cy="4297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Scoring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16952" y="2441448"/>
            <a:ext cx="1645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Metrics and trust validation are calculated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27464" y="2487168"/>
            <a:ext cx="31089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93224" y="1874520"/>
            <a:ext cx="193852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52176" y="1572768"/>
            <a:ext cx="429768" cy="4297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57816" y="2103120"/>
            <a:ext cx="1600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Done / Action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39528" y="2441448"/>
            <a:ext cx="1645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Save, edit, export, or push to Redmine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114800"/>
            <a:ext cx="6858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251960"/>
            <a:ext cx="299008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Provider problem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4128" y="4590288"/>
            <a:ext cx="2980944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Retry up to three times; fall back to another configured provider; show a clear rate-limit/exhaustion message.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34840" y="411480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4114800"/>
            <a:ext cx="6858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4251960"/>
            <a:ext cx="299008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Bad model output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36008" y="4590288"/>
            <a:ext cx="2980944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Remove fences, parse JSON, skip invalid records, retry phase-specific empty outputs, log diagnostic context.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46720" y="4114800"/>
            <a:ext cx="33101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4114800"/>
            <a:ext cx="6858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7888" y="4251960"/>
            <a:ext cx="299008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Partial backlog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47888" y="4590288"/>
            <a:ext cx="2980944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Continue independent epic work where possible and expose warnings rather than crashing the entire session.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What I built: engineering highlights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value is in the system design around the LLM, not just the API call.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8580" cy="1143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71600"/>
            <a:ext cx="4846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Provider-agnostic AI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709928"/>
            <a:ext cx="48371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LiteLLM centralizes retries, fallbacks, costs, quotas, and provider switching.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234440"/>
            <a:ext cx="6858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371600"/>
            <a:ext cx="4846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Deterministic hierarchy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73368" y="1709928"/>
            <a:ext cx="48371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Dedicated phases and ID validation preserve Epic → Story → Task → Test Case relationships.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743200"/>
            <a:ext cx="6858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880360"/>
            <a:ext cx="4846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Human-in-the-loop workflow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3218688"/>
            <a:ext cx="48371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Editable output, gap visibility, trust level, export gate, and confirmation before external actions.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0"/>
            <a:ext cx="68580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880360"/>
            <a:ext cx="4846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Operational 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3218688"/>
            <a:ext cx="48371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SSE progress, live provider status, token/cost estimates, history, and readable errors.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25196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251960"/>
            <a:ext cx="6858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389120"/>
            <a:ext cx="4846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Integration-ready delivery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727448"/>
            <a:ext cx="48371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Excel export plus Redmine project/issue integration provide a route into team workflows.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425196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251960"/>
            <a:ext cx="6858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4389120"/>
            <a:ext cx="48463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Testable Python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4727448"/>
            <a:ext cx="4837176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Separate services, schemas, provider abstraction, rule-based path, and pytest coverage.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Demo script for the presentation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5-minute walkthrough that makes the architecture tangible.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990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</a:rPr>
              <a:t>1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13075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Show the brief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17720" y="1289304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a realistic project brief; point out pre-flight validation and token estimate.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80160" y="1764792"/>
            <a:ext cx="0" cy="402336"/>
          </a:xfrm>
          <a:prstGeom prst="line">
            <a:avLst/>
          </a:prstGeom>
          <a:noFill/>
          <a:ln w="1524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671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</a:rPr>
              <a:t>1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Start generation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221992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Show live SSE progress while epics, stories, and tasks appear.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80160" y="2697480"/>
            <a:ext cx="0" cy="402336"/>
          </a:xfrm>
          <a:prstGeom prst="line">
            <a:avLst/>
          </a:prstGeom>
          <a:noFill/>
          <a:ln w="15240">
            <a:solidFill>
              <a:srgbClr val="C7D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99816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</a:rPr>
              <a:t>1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1729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Inspect quality controls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154680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Open gaps/metrics; explain trusted vs review vs low status and editable artifacts.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80160" y="3630168"/>
            <a:ext cx="0" cy="402336"/>
          </a:xfrm>
          <a:prstGeom prst="line">
            <a:avLst/>
          </a:prstGeom>
          <a:noFill/>
          <a:ln w="15240">
            <a:solidFill>
              <a:srgbClr val="C7D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032504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9709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30A3"/>
                </a:solidFill>
              </a:rPr>
              <a:t>1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41056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Show provider settings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4087368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Show active provider, live status, model selection, quota awareness, and fallback design.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80160" y="4562856"/>
            <a:ext cx="0" cy="402336"/>
          </a:xfrm>
          <a:prstGeom prst="line">
            <a:avLst/>
          </a:prstGeom>
          <a:noFill/>
          <a:ln w="15240">
            <a:solidFill>
              <a:srgbClr val="C7D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965192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297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5038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Close the 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5020056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Edit an item, export Excel, then show scoped Redmine push capability.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Production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current implementation is a strong MVP; these are the next technical investments.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2267712" cy="576072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08176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Security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90672" y="133502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Authentication/RBAC, encrypted credentials, secret manager, audit logs, HTTPS, prompt-injection defenses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66928" y="2167128"/>
            <a:ext cx="2267712" cy="576072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340864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Scale &amp; resilience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2267712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PostgreSQL, background job queue, resumable generations, backup/restore, multi-tenant boundaries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66928" y="3099816"/>
            <a:ext cx="2267712" cy="576072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73552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AI evaluation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90672" y="320040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Prompt/model versioning, golden test set, hallucination and traceability metrics, feedback loop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66928" y="4032504"/>
            <a:ext cx="2267712" cy="576072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206240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90672" y="4133088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Request IDs, central logs, error monitoring, latency/cost dashboards, provider outage alerts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66928" y="4965192"/>
            <a:ext cx="2267712" cy="576072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138928"/>
            <a:ext cx="1901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Delivery maturity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90672" y="5065776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CI/CD, tests in pipeline, container deployment, staging, feature flags, rollback plan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764792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AutoSDLC turns project understanding into an actionable, validated delivery plan.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10744200" cy="1353312"/>
          </a:xfrm>
          <a:prstGeom prst="roundRect">
            <a:avLst>
              <a:gd name="adj" fmla="val 8108"/>
            </a:avLst>
          </a:prstGeom>
          <a:solidFill>
            <a:srgbClr val="1E3A5F"/>
          </a:solidFill>
          <a:ln w="12700">
            <a:solidFill>
              <a:srgbClr val="31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3200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“The LLM is one component. The product value comes from the workflow, guardrails, traceability, and integrations built around it.”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5029200"/>
            <a:ext cx="1828800" cy="292608"/>
          </a:xfrm>
          <a:prstGeom prst="roundRect">
            <a:avLst>
              <a:gd name="adj" fmla="val 37500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0612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E7FF"/>
                </a:solidFill>
              </a:rPr>
              <a:t>Questions &amp; live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5925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• FastAPI • LiteLLM • SQLite • Redmine • SSE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AutoSDLC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AutoSDLC Story Generator</dc:title>
  <dc:subject>AutoSDLC Story Generator technical presentation</dc:subject>
  <dc:creator>AutoSDLC Team</dc:creator>
  <cp:lastModifiedBy>AutoSDLC Team</cp:lastModifiedBy>
  <cp:revision>1</cp:revision>
  <dcterms:created xsi:type="dcterms:W3CDTF">2026-08-18T05:41:59Z</dcterms:created>
  <dcterms:modified xsi:type="dcterms:W3CDTF">2026-08-18T05:41:59Z</dcterms:modified>
</cp:coreProperties>
</file>